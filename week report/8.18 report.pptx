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3" r:id="rId2"/>
    <p:sldId id="269" r:id="rId3"/>
    <p:sldId id="268" r:id="rId4"/>
    <p:sldId id="276" r:id="rId5"/>
    <p:sldId id="277" r:id="rId6"/>
    <p:sldId id="278" r:id="rId7"/>
    <p:sldId id="279" r:id="rId8"/>
    <p:sldId id="264" r:id="rId9"/>
    <p:sldId id="27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6" d="100"/>
          <a:sy n="66" d="100"/>
        </p:scale>
        <p:origin x="72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2021/8/13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695297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</a:t>
                      </a:r>
                      <a:r>
                        <a:rPr lang="en-US" altLang="zh-CN" dirty="0" err="1" smtClean="0"/>
                        <a:t>batach</a:t>
                      </a:r>
                      <a:r>
                        <a:rPr lang="en-US" altLang="zh-CN" dirty="0" smtClean="0"/>
                        <a:t> 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拟合的参数</a:t>
                      </a:r>
                      <a:r>
                        <a:rPr lang="en-US" altLang="zh-CN" dirty="0" smtClean="0"/>
                        <a:t>,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933290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4182</TotalTime>
  <Words>608</Words>
  <Application>Microsoft Office PowerPoint</Application>
  <PresentationFormat>宽屏</PresentationFormat>
  <Paragraphs>89</Paragraphs>
  <Slides>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PowerPoint 演示文稿</vt:lpstr>
      <vt:lpstr>PowerPoint 演示文稿</vt:lpstr>
      <vt:lpstr>问老师的问题</vt:lpstr>
      <vt:lpstr>执行计划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273</cp:revision>
  <dcterms:created xsi:type="dcterms:W3CDTF">2020-05-30T16:14:11Z</dcterms:created>
  <dcterms:modified xsi:type="dcterms:W3CDTF">2021-08-13T15:21:15Z</dcterms:modified>
</cp:coreProperties>
</file>