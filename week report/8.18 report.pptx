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3" r:id="rId2"/>
    <p:sldId id="269" r:id="rId3"/>
    <p:sldId id="268" r:id="rId4"/>
    <p:sldId id="276" r:id="rId5"/>
    <p:sldId id="277" r:id="rId6"/>
    <p:sldId id="278" r:id="rId7"/>
    <p:sldId id="264" r:id="rId8"/>
    <p:sldId id="27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64" autoAdjust="0"/>
  </p:normalViewPr>
  <p:slideViewPr>
    <p:cSldViewPr snapToGrid="0">
      <p:cViewPr varScale="1">
        <p:scale>
          <a:sx n="66" d="100"/>
          <a:sy n="66" d="100"/>
        </p:scale>
        <p:origin x="7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5557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Narayanan et al., 2020 proposed Gavel, a heterogeneity-aware cluster scheduler that can optimize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makespan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8325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949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2021/8/11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完成了什么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901039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调研最近几年深度强化学习中网络和更新算法的选用</a:t>
            </a:r>
            <a:r>
              <a:rPr lang="en-US" altLang="zh-CN" dirty="0" smtClean="0"/>
              <a:t>. </a:t>
            </a:r>
            <a:r>
              <a:rPr lang="zh-CN" altLang="en-US" dirty="0"/>
              <a:t> </a:t>
            </a:r>
            <a:r>
              <a:rPr lang="zh-CN" altLang="en-US" dirty="0" smtClean="0"/>
              <a:t>目前最优的是</a:t>
            </a:r>
            <a:r>
              <a:rPr lang="en-US" altLang="zh-CN" dirty="0" smtClean="0"/>
              <a:t>SAC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PPO, </a:t>
            </a:r>
            <a:r>
              <a:rPr lang="zh-CN" altLang="en-US" dirty="0" smtClean="0"/>
              <a:t>事实上随机策略</a:t>
            </a:r>
            <a:r>
              <a:rPr lang="en-US" altLang="zh-CN" dirty="0" smtClean="0"/>
              <a:t>, </a:t>
            </a:r>
            <a:r>
              <a:rPr lang="zh-CN" altLang="en-US" dirty="0" smtClean="0"/>
              <a:t>熵正则化</a:t>
            </a:r>
            <a:r>
              <a:rPr lang="en-US" altLang="zh-CN" dirty="0" smtClean="0"/>
              <a:t>, </a:t>
            </a:r>
            <a:r>
              <a:rPr lang="zh-CN" altLang="en-US" dirty="0" smtClean="0"/>
              <a:t>经验回放这些技巧也都用在了</a:t>
            </a:r>
            <a:r>
              <a:rPr lang="en-US" altLang="zh-CN" dirty="0" smtClean="0"/>
              <a:t>DL2</a:t>
            </a:r>
            <a:r>
              <a:rPr lang="zh-CN" altLang="en-US" dirty="0" smtClean="0"/>
              <a:t>中</a:t>
            </a:r>
            <a:r>
              <a:rPr lang="en-US" altLang="zh-CN" dirty="0" smtClean="0"/>
              <a:t>. </a:t>
            </a:r>
            <a:endParaRPr lang="en-US" altLang="zh-CN" dirty="0"/>
          </a:p>
          <a:p>
            <a:r>
              <a:rPr lang="zh-CN" altLang="en-US" dirty="0"/>
              <a:t>强化学习</a:t>
            </a:r>
            <a:r>
              <a:rPr lang="en-US" altLang="zh-CN" dirty="0" err="1" smtClean="0"/>
              <a:t>env</a:t>
            </a:r>
            <a:r>
              <a:rPr lang="zh-CN" altLang="en-US" dirty="0" smtClean="0"/>
              <a:t>的设计</a:t>
            </a:r>
            <a:r>
              <a:rPr lang="en-US" altLang="zh-CN" dirty="0" smtClean="0"/>
              <a:t>,</a:t>
            </a:r>
            <a:r>
              <a:rPr lang="zh-CN" altLang="en-US" dirty="0" smtClean="0"/>
              <a:t>给调度器</a:t>
            </a:r>
            <a:r>
              <a:rPr lang="en-US" altLang="zh-CN" dirty="0" smtClean="0"/>
              <a:t>reward. </a:t>
            </a:r>
          </a:p>
          <a:p>
            <a:pPr marL="0" indent="0">
              <a:buNone/>
            </a:pPr>
            <a:endParaRPr lang="en-US" altLang="zh-CN" dirty="0" smtClean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Resource allocation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751654"/>
              </p:ext>
            </p:extLst>
          </p:nvPr>
        </p:nvGraphicFramePr>
        <p:xfrm>
          <a:off x="419100" y="1752598"/>
          <a:ext cx="11556999" cy="416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2333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51948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93029">
                <a:tc>
                  <a:txBody>
                    <a:bodyPr/>
                    <a:lstStyle/>
                    <a:p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Gandiva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Introspective Cluster Scheduling for Deep Learning 2018osdi18-xiao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的特性来分配</a:t>
                      </a:r>
                      <a:r>
                        <a:rPr lang="en-US" altLang="zh-CN" dirty="0" smtClean="0"/>
                        <a:t>GPU</a:t>
                      </a:r>
                      <a:r>
                        <a:rPr lang="zh-CN" altLang="en-US" dirty="0" smtClean="0"/>
                        <a:t>时间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让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时间分配和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之类的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primitives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更加高效和实用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可以参考动态迁移</a:t>
                      </a:r>
                      <a:r>
                        <a:rPr lang="en-US" altLang="zh-CN" dirty="0" smtClean="0"/>
                        <a:t>,GPU</a:t>
                      </a:r>
                      <a:r>
                        <a:rPr lang="zh-CN" altLang="en-US" dirty="0" smtClean="0"/>
                        <a:t>分配和</a:t>
                      </a:r>
                      <a:r>
                        <a:rPr lang="en-US" altLang="zh-CN" dirty="0" smtClean="0"/>
                        <a:t>device placement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Pollux: Co-adaptive Cluster Scheduling for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Goodput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-Optimized Deep Learning osdi2021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引入新指标</a:t>
                      </a:r>
                      <a:r>
                        <a:rPr lang="en-US" altLang="zh-CN" dirty="0" err="1" smtClean="0"/>
                        <a:t>goodput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训练的效率以及资源决策和训练参数的相互依赖性是不可知的。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同时调整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资源和两个超参数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他没有考虑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目前我们对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allocation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依赖也是不可知的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所以我们需要共同调整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 Efficient and Non-Intrusive GPU Scheduling Framework for Deep Learning Training Systems 2020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调度框架可以不终止工作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包括一个弹性的 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分配机制，以进一步减少</a:t>
                      </a:r>
                      <a:r>
                        <a:rPr lang="en-US" altLang="zh-CN" dirty="0" smtClean="0"/>
                        <a:t>reshape</a:t>
                      </a:r>
                      <a:r>
                        <a:rPr lang="zh-CN" altLang="en-US" dirty="0" smtClean="0"/>
                        <a:t>的开销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输入进度信息为传入和运行作业的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最有效分配和重新分配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输入输出和我们设计是一样的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我们也可以做</a:t>
                      </a:r>
                      <a:r>
                        <a:rPr lang="en-US" altLang="zh-CN" dirty="0" smtClean="0"/>
                        <a:t>non-intrusive</a:t>
                      </a:r>
                      <a:r>
                        <a:rPr lang="zh-CN" altLang="en-US" dirty="0" smtClean="0"/>
                        <a:t>的调度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862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placement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675981"/>
              </p:ext>
            </p:extLst>
          </p:nvPr>
        </p:nvGraphicFramePr>
        <p:xfrm>
          <a:off x="114299" y="1473198"/>
          <a:ext cx="11925300" cy="4380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100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9388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和我们的关系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Spotlight: Optimizing Device Placement for Training Deep Neural Networks 2018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一种基于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RL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算法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建模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MDP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不能优化</a:t>
                      </a:r>
                      <a:r>
                        <a:rPr lang="en-US" altLang="zh-CN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colocated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job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30925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Heterogeneity-Aware Cluster Scheduling Policies for Deep Learning Workloads osdiNov2020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将现有集群调度策略转换为考虑异质性和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的等效策略的系统方法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worker</a:t>
                      </a:r>
                      <a:r>
                        <a:rPr lang="zh-CN" altLang="en-US" dirty="0" smtClean="0"/>
                        <a:t>和</a:t>
                      </a:r>
                      <a:r>
                        <a:rPr lang="en-US" altLang="zh-CN" dirty="0" smtClean="0"/>
                        <a:t>active job.</a:t>
                      </a:r>
                      <a:r>
                        <a:rPr lang="zh-CN" altLang="en-US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这可以作为一个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baseline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或者是让设备放置网络先收敛到这个指定的策略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Or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可以把这个作为第二层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可以参考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feedback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Tiresias: A GPU Cluster Manager for Distributed Deep Learning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nsdi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提出了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资源配置和</a:t>
                      </a:r>
                      <a:r>
                        <a:rPr lang="en-US" altLang="zh-CN" dirty="0" err="1" smtClean="0"/>
                        <a:t>placment</a:t>
                      </a:r>
                      <a:r>
                        <a:rPr lang="zh-CN" altLang="en-US" dirty="0" smtClean="0"/>
                        <a:t>的方法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optimus</a:t>
                      </a:r>
                      <a:r>
                        <a:rPr lang="zh-CN" altLang="en-US" dirty="0" smtClean="0"/>
                        <a:t>的改良版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zh-CN" altLang="en-US" dirty="0" smtClean="0"/>
                        <a:t>它没有考虑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适合哪种</a:t>
                      </a:r>
                      <a:r>
                        <a:rPr lang="en-US" altLang="zh-CN" dirty="0" smtClean="0"/>
                        <a:t>device,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调度机制和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target policy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强耦合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很难支持其他更复杂的策略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而且要求用户提交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属于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non-scale-adaptive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42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1891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利用</a:t>
            </a:r>
            <a:r>
              <a:rPr lang="en-US" altLang="zh-CN" dirty="0" smtClean="0"/>
              <a:t>DRL</a:t>
            </a:r>
            <a:r>
              <a:rPr lang="zh-CN" altLang="en-US" dirty="0" smtClean="0"/>
              <a:t>作为</a:t>
            </a:r>
            <a:r>
              <a:rPr lang="en-US" altLang="zh-CN" dirty="0" smtClean="0"/>
              <a:t>policy allocation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00262"/>
            <a:ext cx="11018838" cy="2330673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838200" y="4840509"/>
            <a:ext cx="10515600" cy="5188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altLang="zh-CN" dirty="0" smtClean="0"/>
              <a:t>DRL</a:t>
            </a:r>
            <a:r>
              <a:rPr lang="zh-CN" altLang="en-US" dirty="0" smtClean="0"/>
              <a:t>训练</a:t>
            </a:r>
            <a:r>
              <a:rPr lang="en-US" altLang="zh-CN" dirty="0" smtClean="0"/>
              <a:t>policy, </a:t>
            </a:r>
            <a:r>
              <a:rPr lang="zh-CN" altLang="en-US" dirty="0" smtClean="0"/>
              <a:t>利用</a:t>
            </a:r>
            <a:r>
              <a:rPr lang="en-US" altLang="zh-CN" dirty="0" smtClean="0"/>
              <a:t>gavel</a:t>
            </a:r>
            <a:r>
              <a:rPr lang="zh-CN" altLang="en-US" dirty="0" smtClean="0"/>
              <a:t>来</a:t>
            </a:r>
            <a:r>
              <a:rPr lang="en-US" altLang="zh-CN" dirty="0" smtClean="0"/>
              <a:t>placement.</a:t>
            </a:r>
          </a:p>
          <a:p>
            <a:pPr marL="0" lvl="0" indent="0">
              <a:buNone/>
            </a:pP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380757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851792"/>
              </p:ext>
            </p:extLst>
          </p:nvPr>
        </p:nvGraphicFramePr>
        <p:xfrm>
          <a:off x="707571" y="1821307"/>
          <a:ext cx="11042695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53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model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优化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fairness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异构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Optimus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平均完成时间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Tiresias.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平均完成时间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Gandiva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通用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利用率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040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许多问题已经问了</a:t>
            </a:r>
            <a:r>
              <a:rPr lang="en-US" altLang="zh-CN" dirty="0" smtClean="0"/>
              <a:t> </a:t>
            </a:r>
            <a:r>
              <a:rPr lang="en-US" altLang="zh-CN" dirty="0" err="1"/>
              <a:t>Z</a:t>
            </a:r>
            <a:r>
              <a:rPr lang="en-US" altLang="zh-CN" dirty="0" err="1" smtClean="0"/>
              <a:t>iyue</a:t>
            </a:r>
            <a:r>
              <a:rPr lang="en-US" altLang="zh-CN" dirty="0" smtClean="0"/>
              <a:t> Luo</a:t>
            </a:r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933290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有游戏的层次</a:t>
                      </a:r>
                      <a:r>
                        <a:rPr lang="en-US" altLang="zh-CN" dirty="0" smtClean="0"/>
                        <a:t>RL.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需要尝试 层次</a:t>
                      </a:r>
                      <a:r>
                        <a:rPr lang="en-US" altLang="zh-CN" dirty="0" smtClean="0"/>
                        <a:t>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</a:t>
                      </a:r>
                      <a:r>
                        <a:rPr lang="zh-CN" altLang="en-US" dirty="0" smtClean="0"/>
                        <a:t>怎么设计一个</a:t>
                      </a:r>
                      <a:r>
                        <a:rPr lang="en-US" altLang="zh-CN" dirty="0" smtClean="0"/>
                        <a:t>function</a:t>
                      </a:r>
                      <a:r>
                        <a:rPr lang="zh-CN" altLang="en-US" dirty="0" smtClean="0"/>
                        <a:t>作为</a:t>
                      </a:r>
                      <a:r>
                        <a:rPr lang="en-US" altLang="zh-CN" dirty="0" err="1" smtClean="0"/>
                        <a:t>drl</a:t>
                      </a:r>
                      <a:r>
                        <a:rPr lang="zh-CN" altLang="en-US" dirty="0" smtClean="0"/>
                        <a:t>目标可以平衡单个表现和总体表现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EuroSys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根据</a:t>
                      </a:r>
                      <a:r>
                        <a:rPr lang="en-US" altLang="zh-CN" dirty="0" err="1" smtClean="0"/>
                        <a:t>baoyixin</a:t>
                      </a:r>
                      <a:r>
                        <a:rPr lang="zh-CN" altLang="en-US" dirty="0" smtClean="0"/>
                        <a:t>所述的</a:t>
                      </a:r>
                      <a:r>
                        <a:rPr lang="en-US" altLang="zh-CN" dirty="0" err="1" smtClean="0"/>
                        <a:t>github</a:t>
                      </a:r>
                      <a:r>
                        <a:rPr lang="zh-CN" altLang="en-US" dirty="0" smtClean="0"/>
                        <a:t>代码</a:t>
                      </a:r>
                      <a:r>
                        <a:rPr lang="en-US" altLang="zh-CN" dirty="0" smtClean="0"/>
                        <a:t>.</a:t>
                      </a:r>
                    </a:p>
                    <a:p>
                      <a:r>
                        <a:rPr lang="zh-CN" altLang="en-US" dirty="0" smtClean="0"/>
                        <a:t>复现</a:t>
                      </a:r>
                      <a:r>
                        <a:rPr lang="en-US" altLang="zh-CN" dirty="0" smtClean="0"/>
                        <a:t>DL2.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写出基本的</a:t>
                      </a:r>
                      <a:r>
                        <a:rPr lang="en-US" altLang="zh-CN" dirty="0" smtClean="0"/>
                        <a:t>DRL.</a:t>
                      </a:r>
                    </a:p>
                    <a:p>
                      <a:pPr algn="ctr"/>
                      <a:r>
                        <a:rPr lang="zh-CN" altLang="en-US" dirty="0" smtClean="0"/>
                        <a:t>正在复现</a:t>
                      </a:r>
                      <a:r>
                        <a:rPr lang="en-US" altLang="zh-CN" dirty="0" smtClean="0"/>
                        <a:t>DL2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4176</TotalTime>
  <Words>550</Words>
  <Application>Microsoft Office PowerPoint</Application>
  <PresentationFormat>宽屏</PresentationFormat>
  <Paragraphs>75</Paragraphs>
  <Slides>8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完成了什么</vt:lpstr>
      <vt:lpstr>Resource allocation</vt:lpstr>
      <vt:lpstr>Device placement</vt:lpstr>
      <vt:lpstr>利用DRL作为policy allocation</vt:lpstr>
      <vt:lpstr>PowerPoint 演示文稿</vt:lpstr>
      <vt:lpstr>问老师的问题</vt:lpstr>
      <vt:lpstr>执行计划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265</cp:revision>
  <dcterms:created xsi:type="dcterms:W3CDTF">2020-05-30T16:14:11Z</dcterms:created>
  <dcterms:modified xsi:type="dcterms:W3CDTF">2021-08-11T13:59:00Z</dcterms:modified>
</cp:coreProperties>
</file>